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70" r:id="rId6"/>
    <p:sldId id="267" r:id="rId7"/>
    <p:sldId id="268" r:id="rId8"/>
    <p:sldId id="271" r:id="rId9"/>
    <p:sldId id="272" r:id="rId10"/>
    <p:sldId id="260" r:id="rId11"/>
    <p:sldId id="261" r:id="rId12"/>
    <p:sldId id="262" r:id="rId13"/>
    <p:sldId id="273" r:id="rId14"/>
    <p:sldId id="265" r:id="rId15"/>
    <p:sldId id="269" r:id="rId16"/>
    <p:sldId id="263" r:id="rId17"/>
    <p:sldId id="266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-66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306"/>
          <a:stretch>
            <a:fillRect/>
          </a:stretch>
        </p:blipFill>
        <p:spPr>
          <a:xfrm>
            <a:off x="0" y="38100"/>
            <a:ext cx="16256000" cy="8677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519"/>
          <a:stretch>
            <a:fillRect/>
          </a:stretch>
        </p:blipFill>
        <p:spPr>
          <a:xfrm>
            <a:off x="0" y="38100"/>
            <a:ext cx="16256000" cy="8748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306"/>
          <a:stretch>
            <a:fillRect/>
          </a:stretch>
        </p:blipFill>
        <p:spPr>
          <a:xfrm>
            <a:off x="0" y="38100"/>
            <a:ext cx="16256000" cy="8677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306"/>
          <a:stretch>
            <a:fillRect/>
          </a:stretch>
        </p:blipFill>
        <p:spPr>
          <a:xfrm>
            <a:off x="0" y="38100"/>
            <a:ext cx="16256000" cy="8677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519"/>
          <a:stretch>
            <a:fillRect/>
          </a:stretch>
        </p:blipFill>
        <p:spPr>
          <a:xfrm>
            <a:off x="0" y="38100"/>
            <a:ext cx="16256000" cy="8748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5094"/>
          <a:stretch>
            <a:fillRect/>
          </a:stretch>
        </p:blipFill>
        <p:spPr>
          <a:xfrm>
            <a:off x="0" y="38100"/>
            <a:ext cx="16256000" cy="86058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Personalizado</PresentationFormat>
  <Paragraphs>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cp:lastModifiedBy>Aldo Turijan</cp:lastModifiedBy>
  <cp:revision>9</cp:revision>
  <dcterms:created xsi:type="dcterms:W3CDTF">2006-08-16T00:00:00Z</dcterms:created>
  <dcterms:modified xsi:type="dcterms:W3CDTF">2026-05-06T07:13:22Z</dcterms:modified>
</cp:coreProperties>
</file>