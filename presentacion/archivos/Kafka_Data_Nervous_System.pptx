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5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-66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1324" y="1214414"/>
            <a:ext cx="15112092" cy="6072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84388" y="1490663"/>
            <a:ext cx="12087225" cy="616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Personalizado</PresentationFormat>
  <Paragraphs>0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Office Theme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cp:lastModifiedBy>Aldo Turijan</cp:lastModifiedBy>
  <cp:revision>2</cp:revision>
  <dcterms:created xsi:type="dcterms:W3CDTF">2006-08-16T00:00:00Z</dcterms:created>
  <dcterms:modified xsi:type="dcterms:W3CDTF">2026-05-05T19:00:15Z</dcterms:modified>
</cp:coreProperties>
</file>